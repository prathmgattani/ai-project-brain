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 SemiBold" panose="020B0604020202020204" charset="0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anrope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35139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340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2425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9703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324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51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73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5265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062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474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996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657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US" sz="1600" dirty="0"/>
              <a:t>AI Visionaries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</a:t>
            </a:r>
            <a:r>
              <a:rPr lang="en-US" sz="1600" dirty="0"/>
              <a:t>AI for Learning &amp; </a:t>
            </a:r>
            <a:r>
              <a:rPr lang="en-US" sz="1600" dirty="0" smtClean="0"/>
              <a:t>Developer Productivity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</a:t>
            </a:r>
            <a:r>
              <a:rPr lang="en-US" sz="1600" dirty="0"/>
              <a:t> </a:t>
            </a:r>
            <a:r>
              <a:rPr lang="en-US" sz="1600" dirty="0" err="1"/>
              <a:t>Prathmesh</a:t>
            </a:r>
            <a:r>
              <a:rPr lang="en-US" sz="1600" dirty="0"/>
              <a:t> </a:t>
            </a:r>
            <a:r>
              <a:rPr lang="en-US" sz="1600" dirty="0" err="1"/>
              <a:t>Gattani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699" y="808132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699" y="1329450"/>
            <a:ext cx="81742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Brain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AI-powered Persistent Organizational Memory System that continuously learns from project updates and enables intelligent contextual knowledge retrieval, onboarding, and decision tracking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Knowledge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scattered across documents, code, emails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Repetitive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transfer (KT)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Onboarding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 weeks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Dependency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senior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system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in compact structured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contextual Q&amp;A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onboarding roadmap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Tracks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evolution over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71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</a:pP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</a:t>
            </a: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different is it from any of the other existing ideas?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0437" y="1628475"/>
            <a:ext cx="631767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Existing 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Drive → Just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Confluence → Manual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Chatbots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No project-specific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Our Differentiation: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RAG (Retrieval Augmented Generation)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Builds semantic memory using vector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Context-aware answering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onboarding mode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Timeline intelligence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44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US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It Solves the </a:t>
            </a:r>
            <a:r>
              <a:rPr lang="en-US" sz="1700" b="1" dirty="0" smtClean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Problem ?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1700" y="1466034"/>
            <a:ext cx="619298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2–3 weeks onboarding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KT meetings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loss when employees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leave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AI Project Brain: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Onboarding reduced to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 contextual answers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decision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dependency on individuals</a:t>
            </a:r>
          </a:p>
        </p:txBody>
      </p:sp>
      <p:sp>
        <p:nvSpPr>
          <p:cNvPr id="4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063" y="1059872"/>
            <a:ext cx="4535633" cy="3023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-1106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450273" y="898186"/>
            <a:ext cx="2985654" cy="40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US" sz="1800" dirty="0"/>
              <a:t>USP of the Proposed Solution</a:t>
            </a:r>
            <a:r>
              <a:rPr lang="en-GB" dirty="0" smtClean="0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8364" y="1316075"/>
            <a:ext cx="376150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Persistent AI </a:t>
            </a:r>
            <a:r>
              <a:rPr lang="en-US" dirty="0" smtClean="0"/>
              <a:t>Memory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Contextual Project </a:t>
            </a:r>
            <a:r>
              <a:rPr lang="en-US" dirty="0" smtClean="0"/>
              <a:t>Understanding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AI Onboarding </a:t>
            </a:r>
            <a:r>
              <a:rPr lang="en-US" dirty="0" smtClean="0"/>
              <a:t>Assistant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Timeline </a:t>
            </a:r>
            <a:r>
              <a:rPr lang="en-US" dirty="0" smtClean="0"/>
              <a:t>Intelligence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Knowledge Graph </a:t>
            </a:r>
            <a:r>
              <a:rPr lang="en-US" dirty="0" smtClean="0"/>
              <a:t>Visualization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Scalable Enterprise Architecture</a:t>
            </a:r>
          </a:p>
        </p:txBody>
      </p:sp>
      <p:sp>
        <p:nvSpPr>
          <p:cNvPr id="5" name="Google Shape;81;p17"/>
          <p:cNvSpPr txBox="1"/>
          <p:nvPr/>
        </p:nvSpPr>
        <p:spPr>
          <a:xfrm>
            <a:off x="4738254" y="880868"/>
            <a:ext cx="2985654" cy="40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US" sz="1800" dirty="0"/>
              <a:t>Features Offered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38254" y="1298757"/>
            <a:ext cx="4572000" cy="2637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Core Features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Intelligent </a:t>
            </a:r>
            <a:r>
              <a:rPr lang="en-US" dirty="0"/>
              <a:t>Knowledge </a:t>
            </a:r>
            <a:r>
              <a:rPr lang="en-US" dirty="0" smtClean="0"/>
              <a:t>Compression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Conversational Project </a:t>
            </a:r>
            <a:r>
              <a:rPr lang="en-US" dirty="0" smtClean="0"/>
              <a:t>Q&amp;A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Smart Onboarding </a:t>
            </a:r>
            <a:r>
              <a:rPr lang="en-US" dirty="0" smtClean="0"/>
              <a:t>Mode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Timeline-Based Change </a:t>
            </a:r>
            <a:r>
              <a:rPr lang="en-US" dirty="0" smtClean="0"/>
              <a:t>Tracking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Knowledge Graph </a:t>
            </a:r>
            <a:r>
              <a:rPr lang="en-US" dirty="0" smtClean="0"/>
              <a:t>Visualization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Role-Based Information </a:t>
            </a:r>
            <a:r>
              <a:rPr lang="en-US" dirty="0" smtClean="0"/>
              <a:t>Views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Risk Insight Mode (Bug-prone area detection)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5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US" sz="1800" dirty="0"/>
              <a:t>Process Flow Diagram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11282" t="2854" r="12647" b="7705"/>
          <a:stretch/>
        </p:blipFill>
        <p:spPr>
          <a:xfrm>
            <a:off x="5231005" y="712404"/>
            <a:ext cx="2750127" cy="42611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6636" y="1371600"/>
            <a:ext cx="4572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User Uploads Document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AI Processing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Text Chunking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Embedding Generation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Vector Database Storage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User Query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Context Retrieval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LLM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55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Use Case Diagram: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2564" y="1448366"/>
            <a:ext cx="64354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Actors: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Developer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Project </a:t>
            </a:r>
            <a:r>
              <a:rPr lang="en-US" dirty="0" err="1" smtClean="0"/>
              <a:t>ManagerAdmin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Use </a:t>
            </a:r>
            <a:r>
              <a:rPr lang="en-US" dirty="0" smtClean="0"/>
              <a:t>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Upload </a:t>
            </a:r>
            <a:r>
              <a:rPr lang="en-US" dirty="0"/>
              <a:t>project </a:t>
            </a:r>
            <a:r>
              <a:rPr lang="en-US" dirty="0" smtClean="0"/>
              <a:t>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Query </a:t>
            </a:r>
            <a:r>
              <a:rPr lang="en-US" dirty="0"/>
              <a:t>project </a:t>
            </a:r>
            <a:r>
              <a:rPr lang="en-US" dirty="0" smtClean="0"/>
              <a:t>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Generate </a:t>
            </a:r>
            <a:r>
              <a:rPr lang="en-US" dirty="0"/>
              <a:t>onboarding </a:t>
            </a:r>
            <a:r>
              <a:rPr lang="en-US" dirty="0" smtClean="0"/>
              <a:t>roadmap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View </a:t>
            </a:r>
            <a:r>
              <a:rPr lang="en-US" dirty="0"/>
              <a:t>architecture </a:t>
            </a:r>
            <a:r>
              <a:rPr lang="en-US" dirty="0" smtClean="0"/>
              <a:t>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View </a:t>
            </a:r>
            <a:r>
              <a:rPr lang="en-US" dirty="0"/>
              <a:t>change timeline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9326" t="11853" r="9238" b="16094"/>
          <a:stretch/>
        </p:blipFill>
        <p:spPr>
          <a:xfrm>
            <a:off x="3626462" y="1148195"/>
            <a:ext cx="5146807" cy="30358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54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6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800" dirty="0"/>
              <a:t>Wireframe Idea (Mock Layout)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1700" y="1510145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Screen 1:</a:t>
            </a:r>
            <a:br>
              <a:rPr lang="en-US" dirty="0"/>
            </a:br>
            <a:r>
              <a:rPr lang="en-US" dirty="0"/>
              <a:t>Project Selection </a:t>
            </a:r>
            <a:r>
              <a:rPr lang="en-US" dirty="0" smtClean="0"/>
              <a:t>Dashboard</a:t>
            </a:r>
          </a:p>
          <a:p>
            <a:endParaRPr lang="en-US" dirty="0"/>
          </a:p>
          <a:p>
            <a:r>
              <a:rPr lang="en-US" dirty="0"/>
              <a:t>Screen 2:</a:t>
            </a:r>
            <a:br>
              <a:rPr lang="en-US" dirty="0"/>
            </a:br>
            <a:r>
              <a:rPr lang="en-US" dirty="0"/>
              <a:t>Chat </a:t>
            </a:r>
            <a:r>
              <a:rPr lang="en-US" dirty="0" smtClean="0"/>
              <a:t>Interface</a:t>
            </a:r>
          </a:p>
          <a:p>
            <a:endParaRPr lang="en-US" dirty="0"/>
          </a:p>
          <a:p>
            <a:r>
              <a:rPr lang="en-US" dirty="0"/>
              <a:t>Screen 3:</a:t>
            </a:r>
            <a:br>
              <a:rPr lang="en-US" dirty="0"/>
            </a:br>
            <a:r>
              <a:rPr lang="en-US" dirty="0"/>
              <a:t>Onboarding </a:t>
            </a:r>
            <a:r>
              <a:rPr lang="en-US" dirty="0" smtClean="0"/>
              <a:t>Mode</a:t>
            </a:r>
          </a:p>
          <a:p>
            <a:endParaRPr lang="en-US" dirty="0"/>
          </a:p>
          <a:p>
            <a:r>
              <a:rPr lang="en-US" dirty="0"/>
              <a:t>Screen 4:</a:t>
            </a:r>
            <a:br>
              <a:rPr lang="en-US" dirty="0"/>
            </a:br>
            <a:r>
              <a:rPr lang="en-US" dirty="0"/>
              <a:t>Knowledge Graph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60191" y="842767"/>
            <a:ext cx="7531800" cy="695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800" dirty="0"/>
              <a:t>Technologies to Be Used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9491" y="1280016"/>
            <a:ext cx="4572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Frontend: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Blazor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Bootstrap / Angular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Chart.js </a:t>
            </a:r>
            <a:r>
              <a:rPr lang="en-US" dirty="0"/>
              <a:t>/ Graph visualization</a:t>
            </a:r>
          </a:p>
          <a:p>
            <a:r>
              <a:rPr lang="en-US" dirty="0" smtClean="0"/>
              <a:t>Backend: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ASP.NET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REST </a:t>
            </a:r>
            <a:r>
              <a:rPr lang="en-US" dirty="0"/>
              <a:t>API</a:t>
            </a:r>
          </a:p>
          <a:p>
            <a:r>
              <a:rPr lang="en-US" dirty="0"/>
              <a:t>AI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en-US" dirty="0" smtClean="0"/>
              <a:t>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LLM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FAISS </a:t>
            </a:r>
            <a:r>
              <a:rPr lang="en-US" dirty="0"/>
              <a:t>Vector </a:t>
            </a:r>
            <a:r>
              <a:rPr lang="en-US" dirty="0" smtClean="0"/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RAG Architecture</a:t>
            </a:r>
            <a:endParaRPr lang="en-US" dirty="0"/>
          </a:p>
          <a:p>
            <a:r>
              <a:rPr lang="en-US" dirty="0"/>
              <a:t>Deployment: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</a:t>
            </a:r>
            <a:r>
              <a:rPr lang="en-US" dirty="0" smtClean="0"/>
              <a:t>EC2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AWS S3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49"/>
            <a:ext cx="4038627" cy="3285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800" b="1" dirty="0"/>
              <a:t>Future </a:t>
            </a:r>
            <a:r>
              <a:rPr lang="en-US" sz="1800" b="1" dirty="0" smtClean="0"/>
              <a:t>Scope :</a:t>
            </a:r>
          </a:p>
          <a:p>
            <a:endParaRPr lang="en-US" sz="1800" b="1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34623" y="1213427"/>
            <a:ext cx="4849091" cy="1720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 codebase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SaaS model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knowledge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 (Bharat-focused)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Voice-enabled onboarding assistant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GitHub repositories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111;p22"/>
          <p:cNvSpPr txBox="1"/>
          <p:nvPr/>
        </p:nvSpPr>
        <p:spPr>
          <a:xfrm>
            <a:off x="4970313" y="859963"/>
            <a:ext cx="4038627" cy="3285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800" b="1" smtClean="0"/>
              <a:t>Impact :</a:t>
            </a:r>
            <a:endParaRPr lang="en-US" sz="1800" b="1" dirty="0"/>
          </a:p>
        </p:txBody>
      </p:sp>
      <p:sp>
        <p:nvSpPr>
          <p:cNvPr id="8" name="Rectangle 7"/>
          <p:cNvSpPr/>
          <p:nvPr/>
        </p:nvSpPr>
        <p:spPr>
          <a:xfrm>
            <a:off x="4956485" y="131102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/>
              <a:t>Reduces onboarding time by 70</a:t>
            </a:r>
            <a:r>
              <a:rPr lang="en-US" sz="1200" dirty="0" smtClean="0"/>
              <a:t>%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 smtClean="0"/>
              <a:t> </a:t>
            </a:r>
            <a:r>
              <a:rPr lang="en-US" sz="1200" dirty="0"/>
              <a:t>Increases </a:t>
            </a:r>
            <a:r>
              <a:rPr lang="en-US" sz="1200" dirty="0" smtClean="0"/>
              <a:t>productivity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 smtClean="0"/>
              <a:t>Prevents </a:t>
            </a:r>
            <a:r>
              <a:rPr lang="en-US" sz="1200" dirty="0"/>
              <a:t>knowledge </a:t>
            </a:r>
            <a:r>
              <a:rPr lang="en-US" sz="1200" dirty="0" smtClean="0"/>
              <a:t>loss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 smtClean="0"/>
              <a:t> </a:t>
            </a:r>
            <a:r>
              <a:rPr lang="en-US" sz="1200" dirty="0"/>
              <a:t>Scalable for </a:t>
            </a:r>
            <a:r>
              <a:rPr lang="en-US" sz="1200" dirty="0" smtClean="0"/>
              <a:t>enterprises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 smtClean="0"/>
              <a:t> </a:t>
            </a:r>
            <a:r>
              <a:rPr lang="en-US" sz="1200" dirty="0"/>
              <a:t>Can evolve into SaaS startup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393</Words>
  <Application>Microsoft Office PowerPoint</Application>
  <PresentationFormat>On-screen Show (16:9)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Manrope SemiBold</vt:lpstr>
      <vt:lpstr>Calibri</vt:lpstr>
      <vt:lpstr>Arial</vt:lpstr>
      <vt:lpstr>Manrope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Microsoft account</cp:lastModifiedBy>
  <cp:revision>6</cp:revision>
  <dcterms:modified xsi:type="dcterms:W3CDTF">2026-02-14T20:25:19Z</dcterms:modified>
</cp:coreProperties>
</file>